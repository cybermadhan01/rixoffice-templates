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Q1 2026 in one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Revenue closed 4% ahead of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Gross margin held at 78%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Two deals moved into Q2, both committed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Revenue versus plan, by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Gross margin and operating expense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Cash position and runway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0000" y="463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Note the metric you are proudest of and the one you are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What worked,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two things that moved the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Name the mechanism, not the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you will keep doing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MISSES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What we missed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Say it in the first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cause, not the excuse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has already changed because of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Where we are spending next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Hiring plan with the cost attached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Product priorities and what is explicitly not being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Marketing allocation and expected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Decisions we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two decisions only this group can make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Deadline for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Who makes it if no decision is taken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