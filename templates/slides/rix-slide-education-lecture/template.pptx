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LECTURE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Topic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Course and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students will be able to do afterwards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By the end of this session you will be able to...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Keep to three. Four is a lecture, five is a semester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The core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State it plainly, with no jargon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diagram, not three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sentence you want them to write down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Start from something they already know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Show every step, including the messy 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Then do the next one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three errors you see every year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Why each one is tempting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to do instead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Check for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One question with a definite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Then one that has no answer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Note who struggles, for next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200000"/>
            <a:ext cx="60000" cy="3300000"/>
          </a:xfrm>
          <a:prstGeom prst="rect">
            <a:avLst/>
          </a:prstGeom>
          <a:solidFill>
            <a:srgbClr val="CB0F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50000" y="560000"/>
            <a:ext cx="10500000" cy="3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CB0F20"/>
                </a:solidFill>
              </a:rPr>
              <a:t>NEXT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0000" y="125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71A21"/>
                </a:solidFill>
              </a:rPr>
              <a:t>Next week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00000" y="235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to read before the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00000" y="311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What to bring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00000" y="3870000"/>
            <a:ext cx="10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A505C"/>
                </a:solidFill>
              </a:rPr>
              <a:t>–  The one thing to try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0000" y="6150000"/>
            <a:ext cx="6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69CA8"/>
                </a:solidFill>
              </a:rPr>
              <a:t>Rixoffice template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