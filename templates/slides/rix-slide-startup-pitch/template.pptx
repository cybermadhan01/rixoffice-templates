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name of 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One line on what it does and for whom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domain, spelled out 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problem, with a number in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your customer does today, in painful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How often, and what it costs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Why the obvious workaround stopped 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we built instead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Before and after,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one sentence a customer would use to describe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 screenshot or diagram beats a paragraph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Who buys, and how big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Segment, size, growth, and why you win in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Be specific about the wedge you start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Show the maths, do not round it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the product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Three screens, three sentences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Name the part that took the longest to get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Revenue or users, month by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Retention or repeat rate, not just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Two named customers and what they said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you make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Pricing and the reason behind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Gross margin today and where it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one metric you watch 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Why you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Distribution you already 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Data or a moat a competitor cannot copy quickly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 cost advantage that survives a price 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Two founders, one line each on why you specifically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gap you still need to fill, said out 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Advisors only if they have actually helped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How much, for how long, to reach what milestone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Use of funds, split three 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metric that triggers the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