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Marketing plan for [period]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one number you are accountable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budget, and what it buys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Who we are talking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Primary segment, described as a person not a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they already do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words they use, not the words you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Against whom, what for whom, and 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claim a competitor cannot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Proof for the claim, not adjectives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Channel, role in the funnel, and budget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success looks like on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channel you are deliberately not using,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Campaign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Six-month view with the big pushes marked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Always-on work shown separately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Launch dates and the week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Split by channel and by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you are trading away to fund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best month to spend in,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we will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Leading indicator, weekly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Lagging indicator, monthly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kill criterion: what result makes us 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