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200000"/>
            <a:ext cx="60000" cy="3300000"/>
          </a:xfrm>
          <a:prstGeom prst="rect">
            <a:avLst/>
          </a:prstGeom>
          <a:solidFill>
            <a:srgbClr val="CB0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0000" y="560000"/>
            <a:ext cx="105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B0F20"/>
                </a:solidFill>
              </a:rPr>
              <a:t>COMPANY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000" y="1250000"/>
            <a:ext cx="10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1A21"/>
                </a:solidFill>
              </a:rPr>
              <a:t>Welcome to Rixoffice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00000" y="235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What we build and for whom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0000" y="311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How many people, and where they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0000" y="387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What we are trying to be this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0000" y="6150000"/>
            <a:ext cx="6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69CA8"/>
                </a:solidFill>
              </a:rPr>
              <a:t>Rixoffice template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200000"/>
            <a:ext cx="60000" cy="3300000"/>
          </a:xfrm>
          <a:prstGeom prst="rect">
            <a:avLst/>
          </a:prstGeom>
          <a:solidFill>
            <a:srgbClr val="CB0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0000" y="560000"/>
            <a:ext cx="105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B0F20"/>
                </a:solidFill>
              </a:rPr>
              <a:t>WHAT WE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000" y="1250000"/>
            <a:ext cx="10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1A21"/>
                </a:solidFill>
              </a:rPr>
              <a:t>The product in one picture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00000" y="235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The three surfaces and how they relate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0000" y="311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Where each customer sits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0000" y="387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The one metric the whole company watches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0000" y="6150000"/>
            <a:ext cx="6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69CA8"/>
                </a:solidFill>
              </a:rPr>
              <a:t>Rixoffice template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200000"/>
            <a:ext cx="60000" cy="3300000"/>
          </a:xfrm>
          <a:prstGeom prst="rect">
            <a:avLst/>
          </a:prstGeom>
          <a:solidFill>
            <a:srgbClr val="CB0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0000" y="560000"/>
            <a:ext cx="105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B0F20"/>
                </a:solidFill>
              </a:rPr>
              <a:t>HOW WE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000" y="1250000"/>
            <a:ext cx="10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1A21"/>
                </a:solidFill>
              </a:rPr>
              <a:t>How a request reaches a customer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00000" y="235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Support to triage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0000" y="311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Triage to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0000" y="387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Roadmap to release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0000" y="463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Name the tool used at each step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0000" y="6150000"/>
            <a:ext cx="6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69CA8"/>
                </a:solidFill>
              </a:rPr>
              <a:t>Rixoffice template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200000"/>
            <a:ext cx="60000" cy="3300000"/>
          </a:xfrm>
          <a:prstGeom prst="rect">
            <a:avLst/>
          </a:prstGeom>
          <a:solidFill>
            <a:srgbClr val="CB0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0000" y="560000"/>
            <a:ext cx="105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B0F20"/>
                </a:solidFill>
              </a:rPr>
              <a:t>GETTING SET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000" y="1250000"/>
            <a:ext cx="10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1A21"/>
                </a:solidFill>
              </a:rPr>
              <a:t>Where things 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00000" y="235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Repos and their purpose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0000" y="311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The design file location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0000" y="387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Runbooks and where decisions are recorded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0000" y="6150000"/>
            <a:ext cx="6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69CA8"/>
                </a:solidFill>
              </a:rPr>
              <a:t>Rixoffice template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200000"/>
            <a:ext cx="60000" cy="3300000"/>
          </a:xfrm>
          <a:prstGeom prst="rect">
            <a:avLst/>
          </a:prstGeom>
          <a:solidFill>
            <a:srgbClr val="CB0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0000" y="560000"/>
            <a:ext cx="105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B0F20"/>
                </a:solidFill>
              </a:rPr>
              <a:t>YOUR FIRST MONTH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000" y="1250000"/>
            <a:ext cx="10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1A21"/>
                </a:solidFill>
              </a:rPr>
              <a:t>Your first thirty days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00000" y="235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Week 1: environment and intro calls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0000" y="311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Week 2: ship something small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0000" y="387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Week 4: own a slice of the 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0000" y="463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Who to ask about what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0000" y="6150000"/>
            <a:ext cx="6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69CA8"/>
                </a:solidFill>
              </a:rPr>
              <a:t>Rixoffice template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200000"/>
            <a:ext cx="60000" cy="3300000"/>
          </a:xfrm>
          <a:prstGeom prst="rect">
            <a:avLst/>
          </a:prstGeom>
          <a:solidFill>
            <a:srgbClr val="CB0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0000" y="560000"/>
            <a:ext cx="105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B0F20"/>
                </a:solidFill>
              </a:rPr>
              <a:t>HOW WE DECIDE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000" y="1250000"/>
            <a:ext cx="10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1A21"/>
                </a:solidFill>
              </a:rPr>
              <a:t>How we decide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00000" y="235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Written proposals for anything over a week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0000" y="311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Disagree and commit, in writing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0000" y="387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Every decision gets a date and an owner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0000" y="6150000"/>
            <a:ext cx="6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69CA8"/>
                </a:solidFill>
              </a:rPr>
              <a:t>Rixoffice template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