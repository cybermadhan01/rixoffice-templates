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Introducing [feature]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it does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it is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Available today to all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problem it removes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Describe the workaround people use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cost in time, money, or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Quote one customer describing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WHAT'S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is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Three capabilities, each with a one-line benefit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Show the interface, not a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Call out what is different from the competitor's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USING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Step 1, 2, 3 with a screenshot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Where it lives in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 setting people will get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Availability and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Which plans, from what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Any limits or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happens to existing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Where to send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in-app feedback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community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reads it, and how quickly they reply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