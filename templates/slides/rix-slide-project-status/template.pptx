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Project name, week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Overall status: on track, at risk, or off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One sentence on the biggest thing that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Done since last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Three items maximum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Each with the outcome, not the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Call out anything shipped to real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In flight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Owner, what they are doing, and by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Name the dependency between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Flag anything waiting on someone outside 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Risks and blockers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Risk, impact, and what you are doing about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Blockers with the name of the person who can clear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Escalations you are making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What I need from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Decisions, people, or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With a date for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Nothing here is filler: if you need nothing, say 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