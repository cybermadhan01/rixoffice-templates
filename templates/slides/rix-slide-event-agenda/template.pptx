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Event name and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Venue or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Who it is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line on what people leave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day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Registration and coffee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Two tracks, switching at the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Closing and drinks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MORNING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Morning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Time, title, speaker,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Leave a gap for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Mark the sessions people must not 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AFTERNOON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Afternoon sessions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Time, title, speaker,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workshop slot, and its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to bring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Getting there and 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Address, transport, parking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Accessibility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Where food is, and dietary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Stay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community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How feedback is collected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Next event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