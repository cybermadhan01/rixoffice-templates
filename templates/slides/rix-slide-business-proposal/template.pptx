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BUSINESS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A faster path from question to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Prepared for Acme Corp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Prepared by Rixoffice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your team is losing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Six hours a week per person re-keying data between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Two versions of every number, and an argument about which is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Audit prep takes a full week every quarter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What success looks like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One hour a week or less on manual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 single source of truth everyone trusts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Audit prep reduced to a two-hour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OUR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How we get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Weeks 1-2: discovery, we map your real process not the documented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Weeks 3-5: design, you review a working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Weeks 6-13: build, weekly demos and a parallel 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463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Weeks 14-15: handover, training and 30 days of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WHAT IT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Discovery $6,000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Design $11,000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Build $34,000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0000" y="463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Handover $4,000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0000" y="539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Total $55,000, 30% on signature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WHERE WE GO FROM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 45-minute working session with your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A written findings report within two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No obligation, and you keep the findings either 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