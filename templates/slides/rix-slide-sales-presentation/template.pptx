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For [customer]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Who you are and why you are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Agenda, with time boxes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How your team works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Their process, described the way they described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Where the time goes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What they have already tried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What we hear from teams like yours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Two or three quotes from comparable customers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outcome, with a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part that surprised them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Three steps in the customer's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Show the product once, live, on their data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Never show a settings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What it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Pricing tied to value, not seats where possible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What is included and what is extra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cost of doing nothing, honestly stated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Week 1, week 2, month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Who does 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What happens to your current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One specific ask with a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Who else needs to be in the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What you will send after this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