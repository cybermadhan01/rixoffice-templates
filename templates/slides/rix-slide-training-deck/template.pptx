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Training: [topic]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this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you will be able to do at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Fifteen minutes of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Twenty minutes of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Twenty minutes of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Five minutes of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task people actually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often, and the error rate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good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Do it slowly, then at normal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Narrate what you are clicking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Show one mistake and how you undo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exact task, written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to get help if you are stuck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long you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two that cost the most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symptom you will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one-page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the recording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owns this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